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4C9387-A52B-C87E-3080-8C030B46E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02185E-23C6-213B-1FAE-35625E303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C94BD9-F658-0931-CC05-9153274B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05ABAF-3226-EB7B-F637-B5B506C0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42073C-8890-A4D6-6DED-1777449A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85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2A22B-47A0-575F-6E4F-B4D42116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A82C77-2D24-C5D7-F940-6B117589C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61C29A-F9BD-8A88-909C-BDFFC5D7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66708C-8B6F-0325-F2A0-B6B0F47F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3446B9-49AF-6FD0-20D6-13B11862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41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2F045-D131-8693-E897-D75A0618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F720B3-53DA-E9CE-73C7-8101D1147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E7BAD9-651E-EF8F-ADB2-FA823772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F1C5E5-D23D-3CFC-8862-A81A1190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680AE-63DB-1AFE-85B2-60FB9E5F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99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C26F-36D4-6FE4-7CA3-36E7D1FB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4DDA8C-F75E-87C0-329B-A37322E6A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A147BA-EB40-5D68-E8C9-4B1C3CA5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EE6C0B-0097-050E-BD8D-BE8E93D8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2CEB35-0902-8321-FACE-22103159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1730EE-7FD1-93FE-4139-C773D2FA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98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730B64-330A-577F-C28D-0261E5F4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2C03B1-B8C6-B887-D2D1-D519F9E9A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4A54D4-8D4E-969F-FFB9-6239F5F87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ADC3D6-B493-E010-9E3D-00DD6C775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C156EC-75AB-70D0-769C-9A18B9618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03470F-19F0-92F3-E782-655465F4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53142F-ED50-3AB3-9807-8B3B8568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94307D-3BC0-5B8D-6CED-263C5FD5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94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FBD89-9C01-6A4F-578C-B9E6D98E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29FB7D-652F-9342-97D6-4D43FEA3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613D36-BD38-13A2-90A8-299BBDB8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3EBEFD-E29E-4445-E8DA-B39E6618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50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A890A9-F786-F42A-4ED2-D4FBE1EF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EA2BA4-3039-FEE7-B0ED-94E518ED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DBA3D7-564D-719C-F97B-84DD7BD9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30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D7667-0740-E226-C38E-9F660BC6B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00A29A-BD82-9295-EBEA-7D042525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A70B20-B35A-8EEF-B219-3F68CCDF2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DDB4FE-848B-B1CD-457C-80DE57E7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B90879-D5DE-CDF1-7BE4-D5DDF2FD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A09DDD-1A41-7F84-2304-AB9C683F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74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E16E5-AC01-52A3-6D52-A81A40DE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8DD41F-9E5B-732F-355D-A8848CE3A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C1C4E-7CF4-69F8-576A-BFAFC5B0E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D678E5-4BE9-05C0-9749-B651A685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127708-C7A3-AC5A-51C9-352532AE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BD7569-893B-E8F1-FD9C-FC9368FE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78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5460DF-59A9-0055-D9CC-B56E3A2D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3BB4C4-954C-2767-7F53-6980118EC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20B2A6-5A1B-7E24-68E2-E2188D81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82202-013D-CBF4-BBAD-9C173715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74080-A1A8-832F-9214-004179B7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06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FB89ED2-3D5E-1EC5-C08C-5EC0982F0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C9F20A-DF71-9EB1-D161-1AA7CB8CD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FE827F-D962-3B46-5468-6E6DE1CE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29BD9D-9454-8855-3802-013B625A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23FD60-0723-0C5F-9727-76A4064A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547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76F588D-C4F2-2FD2-7223-A1DA8D91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3056E-05EB-85C3-1B17-7FC0911CF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B1683-A94C-30D0-091A-86332B489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C859E1-3386-BC8D-340D-0D32F8803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DD8416-17F5-90DB-3215-8D143973D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93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18CA2-474C-EB89-06A3-4FA258CB5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SlideViewr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38868A-9C11-D514-1C9F-B239FD68A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err="1"/>
              <a:t>DemoSlide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0138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36646-BF12-485D-7A4A-DCF2DFFD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スライド１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116777-D656-61BC-419B-A3A42A4B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これはスライドのデモです</a:t>
            </a:r>
            <a:endParaRPr kumimoji="1" lang="en-US" altLang="ja-JP" dirty="0"/>
          </a:p>
          <a:p>
            <a:r>
              <a:rPr kumimoji="1" lang="ja-JP" altLang="en-US" dirty="0"/>
              <a:t>テスト１</a:t>
            </a:r>
            <a:endParaRPr kumimoji="1" lang="en-US" altLang="ja-JP" dirty="0"/>
          </a:p>
          <a:p>
            <a:r>
              <a:rPr lang="ja-JP" altLang="en-US" dirty="0"/>
              <a:t>テスト２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6111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E4627-64F0-ADBD-23B3-59E3B302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スライド２</a:t>
            </a:r>
          </a:p>
        </p:txBody>
      </p:sp>
      <p:sp>
        <p:nvSpPr>
          <p:cNvPr id="4" name="AutoShape 2" descr="Urban Squirrels - Bird Alliance of Oregon">
            <a:extLst>
              <a:ext uri="{FF2B5EF4-FFF2-40B4-BE49-F238E27FC236}">
                <a16:creationId xmlns:a16="http://schemas.microsoft.com/office/drawing/2014/main" id="{670C7B67-ADD2-F41E-B044-EA2759C306D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ja-JP" altLang="en-US"/>
              <a:t>りす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331A93C-B9D0-A847-A0E4-1E5F58FF7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2674"/>
            <a:ext cx="36099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9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SlideViewr</vt:lpstr>
      <vt:lpstr>スライド１</vt:lpstr>
      <vt:lpstr>スライド２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Kudo</dc:creator>
  <cp:lastModifiedBy>Jun Kudo</cp:lastModifiedBy>
  <cp:revision>2</cp:revision>
  <dcterms:created xsi:type="dcterms:W3CDTF">2026-03-10T10:27:15Z</dcterms:created>
  <dcterms:modified xsi:type="dcterms:W3CDTF">2026-03-10T11:20:39Z</dcterms:modified>
</cp:coreProperties>
</file>